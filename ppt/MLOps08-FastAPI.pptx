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2"/>
  </p:notesMasterIdLst>
  <p:handoutMasterIdLst>
    <p:handoutMasterId r:id="rId13"/>
  </p:handoutMasterIdLst>
  <p:sldIdLst>
    <p:sldId id="264" r:id="rId2"/>
    <p:sldId id="265" r:id="rId3"/>
    <p:sldId id="266" r:id="rId4"/>
    <p:sldId id="267" r:id="rId5"/>
    <p:sldId id="270" r:id="rId6"/>
    <p:sldId id="271" r:id="rId7"/>
    <p:sldId id="268" r:id="rId8"/>
    <p:sldId id="272" r:id="rId9"/>
    <p:sldId id="273" r:id="rId10"/>
    <p:sldId id="274" r:id="rId11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9" autoAdjust="0"/>
    <p:restoredTop sz="94590" autoAdjust="0"/>
  </p:normalViewPr>
  <p:slideViewPr>
    <p:cSldViewPr>
      <p:cViewPr varScale="1">
        <p:scale>
          <a:sx n="63" d="100"/>
          <a:sy n="63" d="100"/>
        </p:scale>
        <p:origin x="1626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 dirty="0" err="1"/>
              <a:t>FastAPI</a:t>
            </a:r>
            <a:endParaRPr lang="fr-FR" altLang="fr-FR" dirty="0"/>
          </a:p>
        </p:txBody>
      </p:sp>
      <p:pic>
        <p:nvPicPr>
          <p:cNvPr id="1028" name="Picture 4" descr="Logo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2132856"/>
            <a:ext cx="4629150" cy="13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Web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WWW</a:t>
            </a:r>
          </a:p>
          <a:p>
            <a:r>
              <a:rPr lang="fr-FR" dirty="0"/>
              <a:t>HTTP + HTML</a:t>
            </a:r>
          </a:p>
          <a:p>
            <a:r>
              <a:rPr lang="fr-FR" dirty="0"/>
              <a:t>Serveur Web + Client</a:t>
            </a:r>
          </a:p>
          <a:p>
            <a:r>
              <a:rPr lang="fr-FR" dirty="0"/>
              <a:t>Plusieurs modules Python savent faire du Web</a:t>
            </a:r>
          </a:p>
          <a:p>
            <a:pPr lvl="1"/>
            <a:r>
              <a:rPr lang="fr-FR" dirty="0"/>
              <a:t>Flask</a:t>
            </a:r>
          </a:p>
          <a:p>
            <a:pPr lvl="1"/>
            <a:r>
              <a:rPr lang="fr-FR" dirty="0" err="1"/>
              <a:t>FastAPI</a:t>
            </a:r>
            <a:endParaRPr lang="fr-FR" dirty="0"/>
          </a:p>
          <a:p>
            <a:pPr lvl="1"/>
            <a:r>
              <a:rPr lang="fr-FR" dirty="0"/>
              <a:t>Django</a:t>
            </a:r>
          </a:p>
        </p:txBody>
      </p:sp>
    </p:spTree>
    <p:extLst>
      <p:ext uri="{BB962C8B-B14F-4D97-AF65-F5344CB8AC3E}">
        <p14:creationId xmlns:p14="http://schemas.microsoft.com/office/powerpoint/2010/main" val="2850296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FastAPI</a:t>
            </a:r>
            <a:endParaRPr lang="fr-FR" dirty="0"/>
          </a:p>
          <a:p>
            <a:r>
              <a:rPr lang="fr-FR" dirty="0" err="1"/>
              <a:t>Microframework</a:t>
            </a:r>
            <a:r>
              <a:rPr lang="fr-FR" dirty="0"/>
              <a:t> Web</a:t>
            </a:r>
          </a:p>
          <a:p>
            <a:r>
              <a:rPr lang="fr-FR" dirty="0"/>
              <a:t>Très simple</a:t>
            </a:r>
          </a:p>
          <a:p>
            <a:pPr lvl="1"/>
            <a:r>
              <a:rPr lang="fr-FR" dirty="0"/>
              <a:t>Contient un container Web</a:t>
            </a:r>
          </a:p>
          <a:p>
            <a:r>
              <a:rPr lang="fr-FR" dirty="0"/>
              <a:t>PIP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fastapi</a:t>
            </a:r>
            <a:endParaRPr lang="fr-FR" dirty="0"/>
          </a:p>
          <a:p>
            <a:r>
              <a:rPr lang="fr-FR" dirty="0"/>
              <a:t>http://localhost:8000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72D126F-EDDE-F837-4A45-032DF29E5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620688"/>
            <a:ext cx="2124371" cy="220058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54AD2EC-7ACB-9F97-CA4E-83A295D32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815" y="3939859"/>
            <a:ext cx="3038899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232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Debugger spécialisé</a:t>
            </a:r>
          </a:p>
          <a:p>
            <a:r>
              <a:rPr lang="fr-FR" dirty="0"/>
              <a:t>Tests unitaires spécialisés</a:t>
            </a:r>
          </a:p>
          <a:p>
            <a:r>
              <a:rPr lang="fr-FR" dirty="0"/>
              <a:t>API REST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2298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B30BC8-27A5-6774-227A-2E9A647F5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Route racine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F3D672-B63A-F0F0-D803-CEC1E757D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Code </a:t>
            </a:r>
            <a:r>
              <a:rPr lang="fr-FR" dirty="0" err="1"/>
              <a:t>async</a:t>
            </a:r>
            <a:endParaRPr lang="fr-FR" dirty="0"/>
          </a:p>
          <a:p>
            <a:r>
              <a:rPr lang="fr-FR" dirty="0"/>
              <a:t>Racine de l’API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436D2C6-F6D5-BC43-9914-C0847764A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392" y="2504946"/>
            <a:ext cx="3877216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97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9B1492-431B-DA7E-1C16-60E140A7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OpenAPI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716806-7F95-1E32-86A3-DF6F18F0B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Norme de documentation de l’API</a:t>
            </a:r>
          </a:p>
          <a:p>
            <a:r>
              <a:rPr lang="fr-FR" dirty="0" err="1"/>
              <a:t>Openapi.json</a:t>
            </a:r>
            <a:endParaRPr lang="fr-FR" dirty="0"/>
          </a:p>
          <a:p>
            <a:pPr lvl="1"/>
            <a:r>
              <a:rPr lang="fr-FR" dirty="0"/>
              <a:t>http://127.0.0.1:8000/openapi.json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48E6D7E-EB96-2DA3-E1A1-26506AF47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059" y="3068960"/>
            <a:ext cx="6134956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44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Swagger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40209" y="5301208"/>
            <a:ext cx="8766051" cy="864096"/>
          </a:xfrm>
        </p:spPr>
        <p:txBody>
          <a:bodyPr/>
          <a:lstStyle/>
          <a:p>
            <a:r>
              <a:rPr lang="fr-FR" dirty="0"/>
              <a:t>Documentation alternative sur /</a:t>
            </a:r>
            <a:r>
              <a:rPr lang="fr-FR" dirty="0" err="1"/>
              <a:t>redoc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CE91BA8-F137-E8C8-6A12-B12561F01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845" y="980728"/>
            <a:ext cx="6722777" cy="412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562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7842AF-8D43-77B2-0A27-54FA3A5DC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Routes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A0CA57-BBA6-80DA-31C2-E54E93B29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d’associer une route à une fonction</a:t>
            </a:r>
          </a:p>
          <a:p>
            <a:pPr lvl="1"/>
            <a:r>
              <a:rPr lang="fr-FR" dirty="0"/>
              <a:t>URL virtuelle</a:t>
            </a:r>
          </a:p>
          <a:p>
            <a:pPr lvl="1"/>
            <a:r>
              <a:rPr lang="fr-FR" dirty="0"/>
              <a:t>Par rapport à /</a:t>
            </a:r>
          </a:p>
          <a:p>
            <a:pPr lvl="1"/>
            <a:r>
              <a:rPr lang="fr-FR" dirty="0"/>
              <a:t>Le nom de la fonction n’a pas d’importance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F2FC558-00DC-DFD0-E847-C8A4113C8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3789040"/>
            <a:ext cx="3210373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738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A450D8-2A72-E07B-02FD-DF8333B15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Paramètres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4D5486-AA2A-243D-044F-3EED39F70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principale norme de de passage de paramètre est le passage dans la route</a:t>
            </a:r>
          </a:p>
          <a:p>
            <a:r>
              <a:rPr lang="fr-FR" dirty="0"/>
              <a:t>Utilisation de {} dans l’URL</a:t>
            </a:r>
          </a:p>
          <a:p>
            <a:pPr lvl="1"/>
            <a:r>
              <a:rPr lang="fr-FR" dirty="0"/>
              <a:t>La paramètre de la fonction doit avoir le même nom que le paramètre route 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35344CC-1C80-6A46-917E-A3B4E03D4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3933056"/>
            <a:ext cx="3238952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286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04DD0F-C784-400E-A61D-30BFAA394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1C1E1A-5597-5D7A-CEAC-7F977E005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Possibilité de typage des paramètres</a:t>
            </a:r>
          </a:p>
          <a:p>
            <a:pPr lvl="1"/>
            <a:r>
              <a:rPr lang="fr-FR" dirty="0"/>
              <a:t>Cela modifie l’</a:t>
            </a:r>
            <a:r>
              <a:rPr lang="fr-FR" dirty="0" err="1"/>
              <a:t>OpenAPI</a:t>
            </a:r>
            <a:endParaRPr lang="fr-FR" dirty="0"/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DA2B33F-D2C4-B4BE-A655-7727B5919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392" y="2962210"/>
            <a:ext cx="3515216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885259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5838</TotalTime>
  <Words>139</Words>
  <Application>Microsoft Office PowerPoint</Application>
  <PresentationFormat>Affichage à l'écran (4:3)</PresentationFormat>
  <Paragraphs>41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Monotype Sorts</vt:lpstr>
      <vt:lpstr>Times New Roman</vt:lpstr>
      <vt:lpstr>cvc</vt:lpstr>
      <vt:lpstr>Présentation PowerPoint</vt:lpstr>
      <vt:lpstr>Web</vt:lpstr>
      <vt:lpstr>Présentation PowerPoint</vt:lpstr>
      <vt:lpstr>Features</vt:lpstr>
      <vt:lpstr>Route racine</vt:lpstr>
      <vt:lpstr>OpenAPI</vt:lpstr>
      <vt:lpstr>Swagger</vt:lpstr>
      <vt:lpstr>Routes</vt:lpstr>
      <vt:lpstr>Paramètres</vt:lpstr>
      <vt:lpstr>Typage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295</cp:revision>
  <dcterms:created xsi:type="dcterms:W3CDTF">2000-04-10T19:33:12Z</dcterms:created>
  <dcterms:modified xsi:type="dcterms:W3CDTF">2025-09-23T09:19:40Z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