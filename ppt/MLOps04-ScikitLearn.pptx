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85" r:id="rId3"/>
    <p:sldId id="265" r:id="rId4"/>
    <p:sldId id="266" r:id="rId5"/>
    <p:sldId id="284" r:id="rId6"/>
    <p:sldId id="278" r:id="rId7"/>
    <p:sldId id="293" r:id="rId8"/>
    <p:sldId id="279" r:id="rId9"/>
    <p:sldId id="268" r:id="rId10"/>
    <p:sldId id="294" r:id="rId11"/>
    <p:sldId id="280" r:id="rId12"/>
    <p:sldId id="295" r:id="rId13"/>
    <p:sldId id="282" r:id="rId14"/>
    <p:sldId id="283" r:id="rId15"/>
    <p:sldId id="296" r:id="rId16"/>
    <p:sldId id="361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4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804893" y="2132856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MLOps</a:t>
            </a: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495" y="4381500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représente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S’exprime en majuscule car il s’agit d’une matrice</a:t>
            </a:r>
          </a:p>
          <a:p>
            <a:pPr lvl="1"/>
            <a:r>
              <a:rPr lang="fr-FR" dirty="0"/>
              <a:t>1 dimension = 1 variable</a:t>
            </a:r>
          </a:p>
          <a:p>
            <a:r>
              <a:rPr lang="fr-FR" dirty="0"/>
              <a:t>y représente le résultat</a:t>
            </a:r>
          </a:p>
        </p:txBody>
      </p:sp>
    </p:spTree>
    <p:extLst>
      <p:ext uri="{BB962C8B-B14F-4D97-AF65-F5344CB8AC3E}">
        <p14:creationId xmlns:p14="http://schemas.microsoft.com/office/powerpoint/2010/main" val="349760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sklearn.ensemble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Sérialisation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d’un objet en binaire</a:t>
            </a:r>
          </a:p>
          <a:p>
            <a:pPr lvl="1"/>
            <a:r>
              <a:rPr lang="fr-FR" dirty="0"/>
              <a:t>Sérialisation</a:t>
            </a:r>
          </a:p>
          <a:p>
            <a:pPr lvl="1"/>
            <a:r>
              <a:rPr lang="fr-FR" dirty="0" err="1"/>
              <a:t>Marshalling</a:t>
            </a:r>
            <a:endParaRPr lang="fr-FR" dirty="0"/>
          </a:p>
          <a:p>
            <a:r>
              <a:rPr lang="fr-FR" dirty="0"/>
              <a:t>Transformation inverse</a:t>
            </a:r>
          </a:p>
          <a:p>
            <a:pPr lvl="1"/>
            <a:r>
              <a:rPr lang="fr-FR" dirty="0" err="1"/>
              <a:t>Désérialisation</a:t>
            </a:r>
            <a:endParaRPr lang="fr-FR" dirty="0"/>
          </a:p>
          <a:p>
            <a:pPr lvl="1"/>
            <a:r>
              <a:rPr lang="fr-FR" dirty="0" err="1"/>
              <a:t>Unmarshalling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13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dirty="0" err="1"/>
              <a:t>C'est</a:t>
            </a:r>
            <a:r>
              <a:rPr lang="en-GB" altLang="fr-FR" dirty="0"/>
              <a:t> un module </a:t>
            </a:r>
            <a:r>
              <a:rPr lang="en-GB" altLang="fr-FR" dirty="0" err="1"/>
              <a:t>étonnant</a:t>
            </a:r>
            <a:r>
              <a:rPr lang="en-GB" altLang="fr-FR" dirty="0"/>
              <a:t> qui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prendre</a:t>
            </a:r>
            <a:r>
              <a:rPr lang="en-GB" altLang="fr-FR" dirty="0"/>
              <a:t> </a:t>
            </a:r>
            <a:r>
              <a:rPr lang="en-GB" altLang="fr-FR" dirty="0" err="1"/>
              <a:t>presque</a:t>
            </a:r>
            <a:r>
              <a:rPr lang="en-GB" altLang="fr-FR" dirty="0"/>
              <a:t> </a:t>
            </a:r>
            <a:r>
              <a:rPr lang="en-GB" altLang="fr-FR" dirty="0" err="1"/>
              <a:t>n'importe</a:t>
            </a:r>
            <a:r>
              <a:rPr lang="en-GB" altLang="fr-FR" dirty="0"/>
              <a:t> </a:t>
            </a:r>
            <a:r>
              <a:rPr lang="en-GB" altLang="fr-FR" dirty="0" err="1"/>
              <a:t>quel</a:t>
            </a:r>
            <a:r>
              <a:rPr lang="en-GB" altLang="fr-FR" dirty="0"/>
              <a:t> objet Python, et le </a:t>
            </a:r>
            <a:r>
              <a:rPr lang="en-GB" altLang="fr-FR" dirty="0" err="1"/>
              <a:t>convertir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sous </a:t>
            </a:r>
            <a:r>
              <a:rPr lang="en-GB" altLang="fr-FR" dirty="0" err="1"/>
              <a:t>forme</a:t>
            </a:r>
            <a:r>
              <a:rPr lang="en-GB" altLang="fr-FR" dirty="0"/>
              <a:t> de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endParaRPr lang="en-GB" altLang="fr-FR" dirty="0"/>
          </a:p>
          <a:p>
            <a:r>
              <a:rPr lang="en-GB" altLang="fr-FR" dirty="0"/>
              <a:t>Ce </a:t>
            </a:r>
            <a:r>
              <a:rPr lang="en-GB" altLang="fr-FR" dirty="0" err="1"/>
              <a:t>processus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/>
              <a:t>pickling</a:t>
            </a:r>
            <a:endParaRPr lang="en-GB" altLang="fr-FR" dirty="0"/>
          </a:p>
          <a:p>
            <a:r>
              <a:rPr lang="en-GB" altLang="fr-FR" dirty="0" err="1"/>
              <a:t>Reconstruire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à </a:t>
            </a:r>
            <a:r>
              <a:rPr lang="en-GB" altLang="fr-FR" dirty="0" err="1"/>
              <a:t>partir</a:t>
            </a:r>
            <a:r>
              <a:rPr lang="en-GB" altLang="fr-FR" dirty="0"/>
              <a:t> de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 err="1"/>
              <a:t>unpickling</a:t>
            </a:r>
            <a:endParaRPr lang="en-GB" altLang="fr-FR" dirty="0"/>
          </a:p>
          <a:p>
            <a:pPr lvl="1"/>
            <a:r>
              <a:rPr lang="en-GB" altLang="fr-FR" dirty="0"/>
              <a:t>Entre pickling et </a:t>
            </a:r>
            <a:r>
              <a:rPr lang="en-GB" altLang="fr-FR" dirty="0" err="1"/>
              <a:t>unpickling</a:t>
            </a:r>
            <a:r>
              <a:rPr lang="en-GB" altLang="fr-FR" dirty="0"/>
              <a:t>, la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représentant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a </a:t>
            </a:r>
            <a:r>
              <a:rPr lang="en-GB" altLang="fr-FR" dirty="0" err="1"/>
              <a:t>pu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enregistrée</a:t>
            </a:r>
            <a:r>
              <a:rPr lang="en-GB" altLang="fr-FR" dirty="0"/>
              <a:t> </a:t>
            </a:r>
            <a:r>
              <a:rPr lang="en-GB" altLang="fr-FR" dirty="0" err="1"/>
              <a:t>dans</a:t>
            </a:r>
            <a:r>
              <a:rPr lang="en-GB" altLang="fr-FR" dirty="0"/>
              <a:t> un </a:t>
            </a:r>
            <a:r>
              <a:rPr lang="en-GB" altLang="fr-FR" dirty="0" err="1"/>
              <a:t>fichier</a:t>
            </a:r>
            <a:r>
              <a:rPr lang="en-GB" altLang="fr-FR" dirty="0"/>
              <a:t>, </a:t>
            </a:r>
            <a:r>
              <a:rPr lang="en-GB" altLang="fr-FR" dirty="0" err="1"/>
              <a:t>ou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envoyée</a:t>
            </a:r>
            <a:r>
              <a:rPr lang="en-GB" altLang="fr-FR" dirty="0"/>
              <a:t> à </a:t>
            </a:r>
            <a:r>
              <a:rPr lang="en-GB" altLang="fr-FR" dirty="0" err="1"/>
              <a:t>une</a:t>
            </a:r>
            <a:r>
              <a:rPr lang="en-GB" altLang="fr-FR" dirty="0"/>
              <a:t> machine </a:t>
            </a:r>
            <a:r>
              <a:rPr lang="en-GB" altLang="fr-FR" dirty="0" err="1"/>
              <a:t>éloignée</a:t>
            </a:r>
            <a:r>
              <a:rPr lang="en-GB" altLang="fr-FR" dirty="0"/>
              <a:t> via </a:t>
            </a:r>
            <a:r>
              <a:rPr lang="en-GB" altLang="fr-FR" dirty="0" err="1"/>
              <a:t>une</a:t>
            </a:r>
            <a:r>
              <a:rPr lang="en-GB" altLang="fr-FR" dirty="0"/>
              <a:t> connexion </a:t>
            </a:r>
            <a:r>
              <a:rPr lang="en-GB" altLang="fr-FR" dirty="0" err="1"/>
              <a:t>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93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``</a:t>
            </a:r>
            <a:r>
              <a:rPr lang="fr-FR" dirty="0" err="1"/>
              <a:t>pickler</a:t>
            </a:r>
            <a:r>
              <a:rPr lang="fr-FR" dirty="0"/>
              <a:t>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``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6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0984B-C31F-4507-B93B-379E1A98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ONNX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36F60-43BF-4292-8C86-19259F6C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Open Neural Network Exchange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skl2onnx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[('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float_input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FloatTensorType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([None, 30]))]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onnx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convert_sklearn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(model,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initial_types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open("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 as f:</a:t>
            </a:r>
          </a:p>
          <a:p>
            <a:pPr marL="457200" lvl="1" indent="0">
              <a:buNone/>
            </a:pP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f.write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onnx.SerializeToString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fr-FR" dirty="0"/>
              <a:t>.NET</a:t>
            </a:r>
          </a:p>
          <a:p>
            <a:pPr lvl="1"/>
            <a:r>
              <a:rPr lang="fr-FR" sz="2000" dirty="0"/>
              <a:t>new </a:t>
            </a:r>
            <a:r>
              <a:rPr lang="fr-FR" sz="2000" dirty="0" err="1"/>
              <a:t>InferenceSession</a:t>
            </a:r>
            <a:r>
              <a:rPr lang="fr-FR" sz="2000" dirty="0"/>
              <a:t>("</a:t>
            </a:r>
            <a:r>
              <a:rPr lang="fr-FR" sz="2000" dirty="0" err="1"/>
              <a:t>model.onnx</a:t>
            </a:r>
            <a:r>
              <a:rPr lang="fr-FR" sz="2000" dirty="0"/>
              <a:t>")</a:t>
            </a:r>
          </a:p>
          <a:p>
            <a:pPr lvl="1"/>
            <a:r>
              <a:rPr lang="fr-FR" sz="2000" dirty="0"/>
              <a:t>https://towardsdatascience.com/deploy-sci-kit-learn-models-in-net-core-applications-90e24e572f64</a:t>
            </a:r>
          </a:p>
        </p:txBody>
      </p:sp>
    </p:spTree>
    <p:extLst>
      <p:ext uri="{BB962C8B-B14F-4D97-AF65-F5344CB8AC3E}">
        <p14:creationId xmlns:p14="http://schemas.microsoft.com/office/powerpoint/2010/main" val="401705731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8005</TotalTime>
  <Words>517</Words>
  <Application>Microsoft Office PowerPoint</Application>
  <PresentationFormat>Affichage à l'écran (4:3)</PresentationFormat>
  <Paragraphs>79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Courier New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Régression</vt:lpstr>
      <vt:lpstr>Régression</vt:lpstr>
      <vt:lpstr>Dataset</vt:lpstr>
      <vt:lpstr>Random Forest</vt:lpstr>
      <vt:lpstr>Asymétrie</vt:lpstr>
      <vt:lpstr>Random Forest</vt:lpstr>
      <vt:lpstr>Exemple Iris</vt:lpstr>
      <vt:lpstr>Importances des features</vt:lpstr>
      <vt:lpstr>Importance Feature</vt:lpstr>
      <vt:lpstr>Sérialisation du modèle</vt:lpstr>
      <vt:lpstr>Pickle</vt:lpstr>
      <vt:lpstr>Pickle</vt:lpstr>
      <vt:lpstr>ONNX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337</cp:revision>
  <dcterms:created xsi:type="dcterms:W3CDTF">2000-04-10T19:33:12Z</dcterms:created>
  <dcterms:modified xsi:type="dcterms:W3CDTF">2025-09-22T13:48:24Z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